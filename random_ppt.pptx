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4EC9B0"/>
                </a:solidFill>
              </a:defRPr>
            </a:pPr>
            <a:r>
              <a:t>随机生成 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A Randomly Generated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2026.09.28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0" y="2194560"/>
            <a:ext cx="1828800" cy="7315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ILabel"/>
          <p:cNvSpPr txBox="1"/>
          <p:nvPr/>
        </p:nvSpPr>
        <p:spPr>
          <a:xfrm>
            <a:off x="9611695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3A5F"/>
                </a:solidFill>
              </a:defRPr>
            </a:pPr>
            <a:r>
              <a:t>核心要点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828800"/>
            <a:ext cx="457200" cy="4572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783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这是第一个核心要点,简明扼要地呈现关键信息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834640"/>
            <a:ext cx="457200" cy="4572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88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第二个要点,帮助你快速理解主题的核心价值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840480"/>
            <a:ext cx="457200" cy="4572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794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第三个要点,补充更多细节以支撑观点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846320"/>
            <a:ext cx="457200" cy="4572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00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第四个要点,引导听众进入下一环节的思考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4EC9B0"/>
                </a:solidFill>
              </a:defRPr>
            </a:pPr>
            <a:r>
              <a:t>THANKS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感谢观看 ·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